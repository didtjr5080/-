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353" r:id="rId3"/>
    <p:sldId id="359" r:id="rId4"/>
    <p:sldId id="363" r:id="rId5"/>
    <p:sldId id="364" r:id="rId6"/>
    <p:sldId id="365" r:id="rId7"/>
  </p:sldIdLst>
  <p:sldSz cx="12192000" cy="6858000"/>
  <p:notesSz cx="6877050" cy="100028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24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5BB6DCD-1DA4-443C-89D7-DB1AD402BD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0055" cy="501879"/>
          </a:xfrm>
          <a:prstGeom prst="rect">
            <a:avLst/>
          </a:prstGeom>
        </p:spPr>
        <p:txBody>
          <a:bodyPr vert="horz" lIns="96451" tIns="48225" rIns="96451" bIns="48225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0319767-CE3C-4CE2-8ED0-266278D500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5404" y="0"/>
            <a:ext cx="2980055" cy="501879"/>
          </a:xfrm>
          <a:prstGeom prst="rect">
            <a:avLst/>
          </a:prstGeom>
        </p:spPr>
        <p:txBody>
          <a:bodyPr vert="horz" lIns="96451" tIns="48225" rIns="96451" bIns="48225" rtlCol="0"/>
          <a:lstStyle>
            <a:lvl1pPr algn="r">
              <a:defRPr sz="1300"/>
            </a:lvl1pPr>
          </a:lstStyle>
          <a:p>
            <a:fld id="{CDB8BB7B-B515-46A5-A2E1-687EB3A52787}" type="datetimeFigureOut">
              <a:rPr lang="ko-KR" altLang="en-US" smtClean="0"/>
              <a:t>2022-04-23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7CCFAF5-6514-489D-87B5-26B1C434E2F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00961"/>
            <a:ext cx="2980055" cy="501878"/>
          </a:xfrm>
          <a:prstGeom prst="rect">
            <a:avLst/>
          </a:prstGeom>
        </p:spPr>
        <p:txBody>
          <a:bodyPr vert="horz" lIns="96451" tIns="48225" rIns="96451" bIns="48225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1F4917-298C-40C4-854B-90920666AF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95404" y="9500961"/>
            <a:ext cx="2980055" cy="501878"/>
          </a:xfrm>
          <a:prstGeom prst="rect">
            <a:avLst/>
          </a:prstGeom>
        </p:spPr>
        <p:txBody>
          <a:bodyPr vert="horz" lIns="96451" tIns="48225" rIns="96451" bIns="48225" rtlCol="0" anchor="b"/>
          <a:lstStyle>
            <a:lvl1pPr algn="r">
              <a:defRPr sz="1300"/>
            </a:lvl1pPr>
          </a:lstStyle>
          <a:p>
            <a:fld id="{D8E4CFA5-82A3-4AD7-B2D9-3A9A29FBF2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7721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0055" cy="501879"/>
          </a:xfrm>
          <a:prstGeom prst="rect">
            <a:avLst/>
          </a:prstGeom>
        </p:spPr>
        <p:txBody>
          <a:bodyPr vert="horz" lIns="96451" tIns="48225" rIns="96451" bIns="48225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95404" y="0"/>
            <a:ext cx="2980055" cy="501879"/>
          </a:xfrm>
          <a:prstGeom prst="rect">
            <a:avLst/>
          </a:prstGeom>
        </p:spPr>
        <p:txBody>
          <a:bodyPr vert="horz" lIns="96451" tIns="48225" rIns="96451" bIns="48225" rtlCol="0"/>
          <a:lstStyle>
            <a:lvl1pPr algn="r">
              <a:defRPr sz="1300"/>
            </a:lvl1pPr>
          </a:lstStyle>
          <a:p>
            <a:fld id="{B81FB023-CBC3-4C64-9609-CBCB89687E39}" type="datetimeFigureOut">
              <a:rPr lang="ko-KR" altLang="en-US" smtClean="0"/>
              <a:t>2022-04-23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0950"/>
            <a:ext cx="5997575" cy="3375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51" tIns="48225" rIns="96451" bIns="4822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7705" y="4813866"/>
            <a:ext cx="5501640" cy="3938617"/>
          </a:xfrm>
          <a:prstGeom prst="rect">
            <a:avLst/>
          </a:prstGeom>
        </p:spPr>
        <p:txBody>
          <a:bodyPr vert="horz" lIns="96451" tIns="48225" rIns="96451" bIns="48225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00961"/>
            <a:ext cx="2980055" cy="501878"/>
          </a:xfrm>
          <a:prstGeom prst="rect">
            <a:avLst/>
          </a:prstGeom>
        </p:spPr>
        <p:txBody>
          <a:bodyPr vert="horz" lIns="96451" tIns="48225" rIns="96451" bIns="48225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95404" y="9500961"/>
            <a:ext cx="2980055" cy="501878"/>
          </a:xfrm>
          <a:prstGeom prst="rect">
            <a:avLst/>
          </a:prstGeom>
        </p:spPr>
        <p:txBody>
          <a:bodyPr vert="horz" lIns="96451" tIns="48225" rIns="96451" bIns="48225" rtlCol="0" anchor="b"/>
          <a:lstStyle>
            <a:lvl1pPr algn="r">
              <a:defRPr sz="1300"/>
            </a:lvl1pPr>
          </a:lstStyle>
          <a:p>
            <a:fld id="{5252EBDF-582C-4567-B312-CC73C364DE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1941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제목 </a:t>
            </a:r>
            <a:r>
              <a:rPr lang="en-US" altLang="ko-KR" dirty="0"/>
              <a:t>: 48</a:t>
            </a:r>
            <a:r>
              <a:rPr lang="ko-KR" altLang="en-US" dirty="0"/>
              <a:t>포인트</a:t>
            </a:r>
            <a:endParaRPr lang="en-US" altLang="ko-KR" dirty="0"/>
          </a:p>
          <a:p>
            <a:r>
              <a:rPr lang="ko-KR" altLang="en-US" dirty="0"/>
              <a:t>내용 </a:t>
            </a:r>
            <a:r>
              <a:rPr lang="en-US" altLang="ko-KR" dirty="0"/>
              <a:t>: 32</a:t>
            </a:r>
            <a:r>
              <a:rPr lang="ko-KR" altLang="en-US" dirty="0"/>
              <a:t>포인트</a:t>
            </a:r>
          </a:p>
        </p:txBody>
      </p:sp>
    </p:spTree>
    <p:extLst>
      <p:ext uri="{BB962C8B-B14F-4D97-AF65-F5344CB8AC3E}">
        <p14:creationId xmlns:p14="http://schemas.microsoft.com/office/powerpoint/2010/main" val="3133872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제목 </a:t>
            </a:r>
            <a:r>
              <a:rPr lang="en-US" altLang="ko-KR" dirty="0"/>
              <a:t>: 48</a:t>
            </a:r>
            <a:r>
              <a:rPr lang="ko-KR" altLang="en-US" dirty="0"/>
              <a:t>포인트</a:t>
            </a:r>
            <a:endParaRPr lang="en-US" altLang="ko-KR" dirty="0"/>
          </a:p>
          <a:p>
            <a:r>
              <a:rPr lang="ko-KR" altLang="en-US" dirty="0"/>
              <a:t>내용 </a:t>
            </a:r>
            <a:r>
              <a:rPr lang="en-US" altLang="ko-KR" dirty="0"/>
              <a:t>: 32</a:t>
            </a:r>
            <a:r>
              <a:rPr lang="ko-KR" altLang="en-US" dirty="0"/>
              <a:t>포인트</a:t>
            </a:r>
          </a:p>
        </p:txBody>
      </p:sp>
    </p:spTree>
    <p:extLst>
      <p:ext uri="{BB962C8B-B14F-4D97-AF65-F5344CB8AC3E}">
        <p14:creationId xmlns:p14="http://schemas.microsoft.com/office/powerpoint/2010/main" val="3133872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제목 </a:t>
            </a:r>
            <a:r>
              <a:rPr lang="en-US" altLang="ko-KR" dirty="0"/>
              <a:t>: 48</a:t>
            </a:r>
            <a:r>
              <a:rPr lang="ko-KR" altLang="en-US" dirty="0"/>
              <a:t>포인트</a:t>
            </a:r>
            <a:endParaRPr lang="en-US" altLang="ko-KR" dirty="0"/>
          </a:p>
          <a:p>
            <a:r>
              <a:rPr lang="ko-KR" altLang="en-US" dirty="0"/>
              <a:t>내용 </a:t>
            </a:r>
            <a:r>
              <a:rPr lang="en-US" altLang="ko-KR" dirty="0"/>
              <a:t>: 32</a:t>
            </a:r>
            <a:r>
              <a:rPr lang="ko-KR" altLang="en-US" dirty="0"/>
              <a:t>포인트</a:t>
            </a:r>
          </a:p>
        </p:txBody>
      </p:sp>
    </p:spTree>
    <p:extLst>
      <p:ext uri="{BB962C8B-B14F-4D97-AF65-F5344CB8AC3E}">
        <p14:creationId xmlns:p14="http://schemas.microsoft.com/office/powerpoint/2010/main" val="3133872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제목 </a:t>
            </a:r>
            <a:r>
              <a:rPr lang="en-US" altLang="ko-KR" dirty="0"/>
              <a:t>: 48</a:t>
            </a:r>
            <a:r>
              <a:rPr lang="ko-KR" altLang="en-US" dirty="0"/>
              <a:t>포인트</a:t>
            </a:r>
            <a:endParaRPr lang="en-US" altLang="ko-KR" dirty="0"/>
          </a:p>
          <a:p>
            <a:r>
              <a:rPr lang="ko-KR" altLang="en-US" dirty="0"/>
              <a:t>내용 </a:t>
            </a:r>
            <a:r>
              <a:rPr lang="en-US" altLang="ko-KR" dirty="0"/>
              <a:t>: 32</a:t>
            </a:r>
            <a:r>
              <a:rPr lang="ko-KR" altLang="en-US" dirty="0"/>
              <a:t>포인트</a:t>
            </a:r>
          </a:p>
        </p:txBody>
      </p:sp>
    </p:spTree>
    <p:extLst>
      <p:ext uri="{BB962C8B-B14F-4D97-AF65-F5344CB8AC3E}">
        <p14:creationId xmlns:p14="http://schemas.microsoft.com/office/powerpoint/2010/main" val="31338726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제목 </a:t>
            </a:r>
            <a:r>
              <a:rPr lang="en-US" altLang="ko-KR"/>
              <a:t>: 48</a:t>
            </a:r>
            <a:r>
              <a:rPr lang="ko-KR" altLang="en-US"/>
              <a:t>포인트</a:t>
            </a:r>
            <a:endParaRPr lang="en-US" altLang="ko-KR"/>
          </a:p>
          <a:p>
            <a:r>
              <a:rPr lang="ko-KR" altLang="en-US"/>
              <a:t>내용 </a:t>
            </a:r>
            <a:r>
              <a:rPr lang="en-US" altLang="ko-KR"/>
              <a:t>: 32</a:t>
            </a:r>
            <a:r>
              <a:rPr lang="ko-KR" altLang="en-US"/>
              <a:t>포인트</a:t>
            </a:r>
          </a:p>
        </p:txBody>
      </p:sp>
    </p:spTree>
    <p:extLst>
      <p:ext uri="{BB962C8B-B14F-4D97-AF65-F5344CB8AC3E}">
        <p14:creationId xmlns:p14="http://schemas.microsoft.com/office/powerpoint/2010/main" val="3133872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EAF51-15F5-40B7-9F36-DCF3045202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979314-453B-43FE-AF83-2898A33EE0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55DB6A-2752-43D1-AEED-9AA154F40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C1134-1690-4CEB-88B7-FAD66C4E5091}" type="datetimeFigureOut">
              <a:rPr lang="ko-KR" altLang="en-US" smtClean="0"/>
              <a:t>2022-04-23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79EDD2-949D-4D0D-B271-18E04D76F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803106-E0BD-4B90-970E-F4FCE4E94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F2B40-B33C-4CCD-8679-DE42C8669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270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178ECF-3738-4382-98C1-08FE32D0D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A4FCC8-E643-4B00-B9F5-453545221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53756E-4797-4E93-A99F-0C4E0CE9C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C1134-1690-4CEB-88B7-FAD66C4E5091}" type="datetimeFigureOut">
              <a:rPr lang="ko-KR" altLang="en-US" smtClean="0"/>
              <a:t>2022-04-23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5F9729-3A0A-4CCC-B1F5-C4963E6C9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5BE6F7-4121-4CC5-82A2-45B3047B7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F2B40-B33C-4CCD-8679-DE42C8669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454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AC6679-D4FD-4664-93F2-46B2F05AB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E839D1-803D-4FA2-B410-C40BC31EF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444A78-02EB-4B81-8005-87A1352AD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C1134-1690-4CEB-88B7-FAD66C4E5091}" type="datetimeFigureOut">
              <a:rPr lang="ko-KR" altLang="en-US" smtClean="0"/>
              <a:t>2022-04-23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0D1B95-10DD-4ADC-BC12-B3D78AC24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74B3D2-F3E9-43C9-B47E-0B74DBB62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F2B40-B33C-4CCD-8679-DE42C8669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2962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3DF9E6-FFAC-4D1F-BC5B-711289921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5ACC6B-D0B4-411B-A115-7268177F14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6D571B-BCCC-45FD-A7A5-B6234682C4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80BF1E-808B-4646-8EDE-751D48BC5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C1134-1690-4CEB-88B7-FAD66C4E5091}" type="datetimeFigureOut">
              <a:rPr lang="ko-KR" altLang="en-US" smtClean="0"/>
              <a:t>2022-04-23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402CEC-679E-429F-9AEC-370726765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1587B5-4D79-44A4-A2A0-FE6D31809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F2B40-B33C-4CCD-8679-DE42C8669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1227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0022EC-4A72-4A00-80E5-6EBA6F283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F09E53-979A-4435-A4CE-667548E2A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D0D7C3-CCFD-4F62-9FE9-7F68AA6A74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AD7D67C-5E98-4B2C-82C6-E2C2147AB8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CAB512-5F21-4183-B292-DBA10A9746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2A109A3-60F4-4303-94C1-E5061EC4A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C1134-1690-4CEB-88B7-FAD66C4E5091}" type="datetimeFigureOut">
              <a:rPr lang="ko-KR" altLang="en-US" smtClean="0"/>
              <a:t>2022-04-23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16B32B9-F73C-4083-8968-7682EE9E1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BAC39C2-361D-4B02-81F4-241BE25AE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F2B40-B33C-4CCD-8679-DE42C8669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37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2B1945-7967-48A9-9342-4533594A1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2FFBCBC-0943-416B-8F82-F0388E15E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C1134-1690-4CEB-88B7-FAD66C4E5091}" type="datetimeFigureOut">
              <a:rPr lang="ko-KR" altLang="en-US" smtClean="0"/>
              <a:t>2022-04-23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9EC017-79FC-4FC0-9F09-6D541FC37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B541CEE-4050-4943-8955-5F7A83214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F2B40-B33C-4CCD-8679-DE42C8669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727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A34E43F-BE7C-4955-829F-DA7CD0E7A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C1134-1690-4CEB-88B7-FAD66C4E5091}" type="datetimeFigureOut">
              <a:rPr lang="ko-KR" altLang="en-US" smtClean="0"/>
              <a:t>2022-04-23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CCE3322-862B-44D3-A7B3-5A62A236E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CD83F8-725D-44AD-926D-BDF22392D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F2B40-B33C-4CCD-8679-DE42C8669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576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DBED33-C029-4F34-82C7-E23510925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72CC24-E8F4-4E8A-A598-7D9C73814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ACDFE9-FD98-4FF1-A909-30BE86731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2E0A42-2A4E-404E-8EF0-BEEC42396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C1134-1690-4CEB-88B7-FAD66C4E5091}" type="datetimeFigureOut">
              <a:rPr lang="ko-KR" altLang="en-US" smtClean="0"/>
              <a:t>2022-04-23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1AC87E-8536-4730-83C7-B597E8472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817973-FADB-4DEF-A7A2-7A57FFBC6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F2B40-B33C-4CCD-8679-DE42C8669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774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67DB04-EF52-466B-A65D-42896395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943E5E4-878C-41C9-BAA5-3E43C3C256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501CA6-0FAB-4911-81B7-BBB4B577B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8DB828-5654-43FB-8D53-C7C1092E1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C1134-1690-4CEB-88B7-FAD66C4E5091}" type="datetimeFigureOut">
              <a:rPr lang="ko-KR" altLang="en-US" smtClean="0"/>
              <a:t>2022-04-23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0DCE87-93FF-49AD-A538-2517BB6B2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9EF53D-CB26-4974-A3A6-BD6F8198E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F2B40-B33C-4CCD-8679-DE42C8669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5870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D8C903-D0FA-4303-B5E6-EBE90437F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9DB0C16-14D7-45C1-8A59-A48F0D51A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EBF710-1ED5-4A6B-BD47-F0445E5DA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C1134-1690-4CEB-88B7-FAD66C4E5091}" type="datetimeFigureOut">
              <a:rPr lang="ko-KR" altLang="en-US" smtClean="0"/>
              <a:t>2022-04-23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71E9BD-02F7-41A4-A551-81C185B07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105AE6-ACC5-49B1-89E9-FD6C0911E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F2B40-B33C-4CCD-8679-DE42C8669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2804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1A6CD88-5080-4B5A-A73D-784AFFD38C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39D151-1396-4986-95E6-64E26B31E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0CA1F3-375B-43D5-A929-643A64EAF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C1134-1690-4CEB-88B7-FAD66C4E5091}" type="datetimeFigureOut">
              <a:rPr lang="ko-KR" altLang="en-US" smtClean="0"/>
              <a:t>2022-04-23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3CFD27-1391-4D6D-8534-98DA48F1D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44E89B-00B3-418D-8461-D89CEC4E4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F2B40-B33C-4CCD-8679-DE42C8669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6354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도입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버튼2.png">
            <a:hlinkClick r:id="rId3" action="ppaction://hlinksldjump"/>
          </p:cNvPr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7329" y="6173296"/>
            <a:ext cx="759969" cy="640081"/>
          </a:xfrm>
          <a:prstGeom prst="rect">
            <a:avLst/>
          </a:prstGeom>
        </p:spPr>
      </p:pic>
      <p:sp>
        <p:nvSpPr>
          <p:cNvPr id="4" name="텍스트 개체 틀 11"/>
          <p:cNvSpPr txBox="1">
            <a:spLocks/>
          </p:cNvSpPr>
          <p:nvPr userDrawn="1"/>
        </p:nvSpPr>
        <p:spPr>
          <a:xfrm>
            <a:off x="3797968" y="116632"/>
            <a:ext cx="8352928" cy="504056"/>
          </a:xfrm>
          <a:prstGeom prst="rect">
            <a:avLst/>
          </a:prstGeom>
        </p:spPr>
        <p:txBody>
          <a:bodyPr tIns="36000" anchor="ctr">
            <a:no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2000" b="0" kern="1200" baseline="0">
                <a:solidFill>
                  <a:schemeClr val="tx2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altLang="ko-KR" sz="2000" dirty="0">
              <a:solidFill>
                <a:schemeClr val="bg1"/>
              </a:solidFill>
            </a:endParaRPr>
          </a:p>
        </p:txBody>
      </p:sp>
      <p:sp>
        <p:nvSpPr>
          <p:cNvPr id="6" name="텍스트 개체 틀 11"/>
          <p:cNvSpPr txBox="1">
            <a:spLocks/>
          </p:cNvSpPr>
          <p:nvPr userDrawn="1"/>
        </p:nvSpPr>
        <p:spPr>
          <a:xfrm>
            <a:off x="3791744" y="116632"/>
            <a:ext cx="8352928" cy="504056"/>
          </a:xfrm>
          <a:prstGeom prst="rect">
            <a:avLst/>
          </a:prstGeom>
        </p:spPr>
        <p:txBody>
          <a:bodyPr tIns="36000" anchor="ctr">
            <a:no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2000" b="0" kern="1200" baseline="0">
                <a:solidFill>
                  <a:schemeClr val="tx2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altLang="ko-KR" sz="2000" dirty="0">
              <a:solidFill>
                <a:schemeClr val="bg1"/>
              </a:solidFill>
            </a:endParaRPr>
          </a:p>
        </p:txBody>
      </p:sp>
      <p:sp>
        <p:nvSpPr>
          <p:cNvPr id="7" name="텍스트 개체 틀 11"/>
          <p:cNvSpPr txBox="1">
            <a:spLocks/>
          </p:cNvSpPr>
          <p:nvPr userDrawn="1"/>
        </p:nvSpPr>
        <p:spPr>
          <a:xfrm>
            <a:off x="3791744" y="116632"/>
            <a:ext cx="8352928" cy="504056"/>
          </a:xfrm>
          <a:prstGeom prst="rect">
            <a:avLst/>
          </a:prstGeom>
        </p:spPr>
        <p:txBody>
          <a:bodyPr tIns="36000" anchor="ctr">
            <a:no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2000" b="0" kern="1200" baseline="0">
                <a:solidFill>
                  <a:schemeClr val="tx2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altLang="ko-KR" sz="2000" dirty="0">
              <a:solidFill>
                <a:schemeClr val="bg1"/>
              </a:solidFill>
            </a:endParaRPr>
          </a:p>
        </p:txBody>
      </p:sp>
      <p:sp>
        <p:nvSpPr>
          <p:cNvPr id="8" name="텍스트 개체 틀 11"/>
          <p:cNvSpPr>
            <a:spLocks noGrp="1"/>
          </p:cNvSpPr>
          <p:nvPr>
            <p:ph type="body" sz="quarter" idx="12"/>
          </p:nvPr>
        </p:nvSpPr>
        <p:spPr>
          <a:xfrm>
            <a:off x="3407701" y="2708920"/>
            <a:ext cx="8352928" cy="2448272"/>
          </a:xfrm>
        </p:spPr>
        <p:txBody>
          <a:bodyPr tIns="36000" anchor="ctr">
            <a:noAutofit/>
          </a:bodyPr>
          <a:lstStyle>
            <a:lvl1pPr algn="l">
              <a:lnSpc>
                <a:spcPct val="150000"/>
              </a:lnSpc>
              <a:buNone/>
              <a:defRPr sz="2800" b="0" baseline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6204809"/>
      </p:ext>
    </p:extLst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2A758D9-41C0-417D-8ADB-D5CD5E9C4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84CD4E-6B2A-4476-B0C1-2F92B8023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B6FF54-8012-4B49-BD1A-1FE8A26CA9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C1134-1690-4CEB-88B7-FAD66C4E5091}" type="datetimeFigureOut">
              <a:rPr lang="ko-KR" altLang="en-US" smtClean="0"/>
              <a:t>2022-04-23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849DA3-3E9F-4B8D-BC87-87A1B299D3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221EE1-3ACB-4098-A282-0539A6B015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BF2B40-B33C-4CCD-8679-DE42C8669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4644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90EB6B-2C3F-4F5A-A740-008D3EB841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&lt; </a:t>
            </a:r>
            <a:r>
              <a:rPr lang="ko-KR" altLang="en-US" dirty="0"/>
              <a:t>정보과학과 미래직업 </a:t>
            </a:r>
            <a:r>
              <a:rPr lang="en-US" altLang="ko-KR" dirty="0"/>
              <a:t>&gt;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BE0D196-247A-4388-ACBC-722550AC98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fontAlgn="base"/>
            <a:r>
              <a:rPr lang="en-US" altLang="ko-KR" dirty="0"/>
              <a:t>3 </a:t>
            </a:r>
            <a:r>
              <a:rPr lang="ko-KR" altLang="en-US" dirty="0"/>
              <a:t>학년 </a:t>
            </a:r>
            <a:r>
              <a:rPr lang="en-US" altLang="ko-KR" dirty="0"/>
              <a:t>4 </a:t>
            </a:r>
            <a:r>
              <a:rPr lang="ko-KR" altLang="en-US" dirty="0"/>
              <a:t>반 </a:t>
            </a:r>
            <a:r>
              <a:rPr lang="en-US" altLang="ko-KR" dirty="0"/>
              <a:t>32 </a:t>
            </a:r>
            <a:r>
              <a:rPr lang="ko-KR" altLang="en-US" dirty="0"/>
              <a:t>번</a:t>
            </a:r>
          </a:p>
          <a:p>
            <a:pPr fontAlgn="base"/>
            <a:br>
              <a:rPr lang="ko-KR" altLang="en-US" dirty="0"/>
            </a:br>
            <a:r>
              <a:rPr lang="ko-KR" altLang="en-US" dirty="0"/>
              <a:t>이름 </a:t>
            </a:r>
            <a:r>
              <a:rPr lang="en-US" altLang="ko-KR" dirty="0"/>
              <a:t>: </a:t>
            </a:r>
            <a:r>
              <a:rPr lang="ko-KR" altLang="en-US" dirty="0"/>
              <a:t>양석</a:t>
            </a:r>
          </a:p>
        </p:txBody>
      </p:sp>
    </p:spTree>
    <p:extLst>
      <p:ext uri="{BB962C8B-B14F-4D97-AF65-F5344CB8AC3E}">
        <p14:creationId xmlns:p14="http://schemas.microsoft.com/office/powerpoint/2010/main" val="1248264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11524" y="1410102"/>
            <a:ext cx="792088" cy="576064"/>
          </a:xfrm>
          <a:prstGeom prst="rect">
            <a:avLst/>
          </a:prstGeom>
        </p:spPr>
        <p:txBody>
          <a:bodyPr wrap="square" tIns="360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b="1" dirty="0">
                <a:solidFill>
                  <a:schemeClr val="bg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정</a:t>
            </a:r>
          </a:p>
        </p:txBody>
      </p:sp>
      <p:sp>
        <p:nvSpPr>
          <p:cNvPr id="18" name="텍스트 개체 틀 11"/>
          <p:cNvSpPr txBox="1">
            <a:spLocks/>
          </p:cNvSpPr>
          <p:nvPr/>
        </p:nvSpPr>
        <p:spPr>
          <a:xfrm>
            <a:off x="4295800" y="116632"/>
            <a:ext cx="6264696" cy="504056"/>
          </a:xfrm>
          <a:prstGeom prst="rect">
            <a:avLst/>
          </a:prstGeom>
          <a:ln>
            <a:noFill/>
          </a:ln>
        </p:spPr>
        <p:txBody>
          <a:bodyPr tIns="36000" anchor="ctr">
            <a:no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2000" b="0" kern="1200" baseline="0">
                <a:solidFill>
                  <a:schemeClr val="tx2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정보과학과 미래의 직업</a:t>
            </a:r>
            <a:endParaRPr lang="en-US" altLang="ko-KR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6682334" y="143091"/>
            <a:ext cx="403914" cy="451138"/>
          </a:xfrm>
          <a:prstGeom prst="roundRect">
            <a:avLst/>
          </a:prstGeom>
          <a:solidFill>
            <a:srgbClr val="12B2EB"/>
          </a:solidFill>
          <a:ln>
            <a:solidFill>
              <a:schemeClr val="accent2">
                <a:lumMod val="40000"/>
                <a:lumOff val="60000"/>
              </a:schemeClr>
            </a:solidFill>
            <a:prstDash val="sysDash"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r>
            <a:endParaRPr lang="ko-KR" altLang="en-US" sz="2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1581150" cy="728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hlinkClick r:id="" action="ppaction://noaction"/>
          </p:cNvPr>
          <p:cNvSpPr txBox="1"/>
          <p:nvPr/>
        </p:nvSpPr>
        <p:spPr>
          <a:xfrm>
            <a:off x="2063553" y="906686"/>
            <a:ext cx="8130365" cy="11541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0" rtlCol="0" anchor="ctr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ko-KR" altLang="en-US" sz="2400" b="1" dirty="0"/>
              <a:t>정보과학의 지식과 기술이 활용되고 있는 경제 분야와 교육 분야에서 우리 삶에 미치고 있는 영향력에 대하여 </a:t>
            </a:r>
            <a:r>
              <a:rPr lang="ko-KR" altLang="en-US" sz="2400" b="1" dirty="0" err="1"/>
              <a:t>조사하시오</a:t>
            </a:r>
            <a:endParaRPr lang="ko-KR" altLang="en-US" sz="2400" b="1" dirty="0"/>
          </a:p>
        </p:txBody>
      </p:sp>
      <p:sp>
        <p:nvSpPr>
          <p:cNvPr id="16" name="TextBox 15">
            <a:hlinkClick r:id="" action="ppaction://noaction"/>
          </p:cNvPr>
          <p:cNvSpPr txBox="1"/>
          <p:nvPr/>
        </p:nvSpPr>
        <p:spPr>
          <a:xfrm>
            <a:off x="2063553" y="2654265"/>
            <a:ext cx="8220624" cy="30931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 tIns="0" rtlCol="0" anchor="ctr">
            <a:spAutoFit/>
          </a:bodyPr>
          <a:lstStyle/>
          <a:p>
            <a:pPr algn="just" fontAlgn="base" latinLnBrk="0"/>
            <a:endParaRPr lang="en-US" altLang="ko-KR" dirty="0"/>
          </a:p>
          <a:p>
            <a:pPr algn="just" fontAlgn="base" latinLnBrk="0"/>
            <a:endParaRPr lang="en-US" altLang="ko-KR" dirty="0"/>
          </a:p>
          <a:p>
            <a:pPr algn="just" fontAlgn="base" latinLnBrk="0"/>
            <a:endParaRPr lang="en-US" altLang="ko-KR" dirty="0"/>
          </a:p>
          <a:p>
            <a:pPr algn="just" fontAlgn="base" latinLnBrk="0"/>
            <a:endParaRPr lang="en-US" altLang="ko-KR" dirty="0"/>
          </a:p>
          <a:p>
            <a:pPr algn="just" fontAlgn="base" latinLnBrk="0"/>
            <a:endParaRPr lang="en-US" altLang="ko-KR" dirty="0"/>
          </a:p>
          <a:p>
            <a:pPr algn="just" fontAlgn="base" latinLnBrk="0"/>
            <a:endParaRPr lang="en-US" altLang="ko-KR" dirty="0"/>
          </a:p>
          <a:p>
            <a:pPr algn="just" fontAlgn="base" latinLnBrk="0"/>
            <a:endParaRPr lang="en-US" altLang="ko-KR" dirty="0"/>
          </a:p>
          <a:p>
            <a:pPr algn="just" fontAlgn="base" latinLnBrk="0"/>
            <a:endParaRPr lang="en-US" altLang="ko-KR" dirty="0"/>
          </a:p>
          <a:p>
            <a:pPr algn="just" fontAlgn="base" latinLnBrk="0"/>
            <a:endParaRPr lang="en-US" altLang="ko-KR" dirty="0"/>
          </a:p>
          <a:p>
            <a:pPr algn="just" fontAlgn="base" latinLnBrk="0"/>
            <a:endParaRPr lang="en-US" altLang="ko-KR" dirty="0"/>
          </a:p>
          <a:p>
            <a:pPr algn="just" fontAlgn="base" latinLnBrk="0"/>
            <a:endParaRPr lang="ko-KR" altLang="en-US" dirty="0"/>
          </a:p>
        </p:txBody>
      </p:sp>
      <p:sp>
        <p:nvSpPr>
          <p:cNvPr id="4" name="모서리가 둥근 직사각형 3"/>
          <p:cNvSpPr/>
          <p:nvPr/>
        </p:nvSpPr>
        <p:spPr>
          <a:xfrm>
            <a:off x="2063552" y="2268931"/>
            <a:ext cx="8220625" cy="36087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경제 분야</a:t>
            </a:r>
          </a:p>
        </p:txBody>
      </p:sp>
      <p:sp>
        <p:nvSpPr>
          <p:cNvPr id="21" name="슬라이드 번호 개체 틀 5"/>
          <p:cNvSpPr txBox="1">
            <a:spLocks/>
          </p:cNvSpPr>
          <p:nvPr/>
        </p:nvSpPr>
        <p:spPr>
          <a:xfrm>
            <a:off x="57626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chemeClr val="bg1"/>
                </a:solidFill>
              </a:rPr>
              <a:t>-1-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87003E5-4BA2-4B4A-A7A4-90DDFD7BB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395103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11"/>
          <p:cNvSpPr txBox="1">
            <a:spLocks/>
          </p:cNvSpPr>
          <p:nvPr/>
        </p:nvSpPr>
        <p:spPr>
          <a:xfrm>
            <a:off x="1873407" y="1844824"/>
            <a:ext cx="7992888" cy="4016678"/>
          </a:xfrm>
          <a:prstGeom prst="rect">
            <a:avLst/>
          </a:prstGeom>
        </p:spPr>
        <p:txBody>
          <a:bodyPr tIns="36000" anchor="ctr">
            <a:no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2000" b="0" kern="1200" baseline="0">
                <a:solidFill>
                  <a:schemeClr val="tx2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/>
            <a:endParaRPr lang="en-US" altLang="ko-KR" dirty="0">
              <a:solidFill>
                <a:schemeClr val="bg2">
                  <a:lumMod val="1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11524" y="1410102"/>
            <a:ext cx="792088" cy="576064"/>
          </a:xfrm>
          <a:prstGeom prst="rect">
            <a:avLst/>
          </a:prstGeom>
        </p:spPr>
        <p:txBody>
          <a:bodyPr wrap="square" tIns="360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b="1" dirty="0">
                <a:solidFill>
                  <a:schemeClr val="bg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정</a:t>
            </a:r>
          </a:p>
        </p:txBody>
      </p:sp>
      <p:sp>
        <p:nvSpPr>
          <p:cNvPr id="18" name="텍스트 개체 틀 11"/>
          <p:cNvSpPr txBox="1">
            <a:spLocks/>
          </p:cNvSpPr>
          <p:nvPr/>
        </p:nvSpPr>
        <p:spPr>
          <a:xfrm>
            <a:off x="4295800" y="116632"/>
            <a:ext cx="6264696" cy="504056"/>
          </a:xfrm>
          <a:prstGeom prst="rect">
            <a:avLst/>
          </a:prstGeom>
          <a:ln>
            <a:noFill/>
          </a:ln>
        </p:spPr>
        <p:txBody>
          <a:bodyPr tIns="36000" anchor="ctr">
            <a:no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2000" b="0" kern="1200" baseline="0">
                <a:solidFill>
                  <a:schemeClr val="tx2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정보과학과 미래의 직업</a:t>
            </a:r>
            <a:endParaRPr lang="en-US" altLang="ko-KR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6682334" y="143091"/>
            <a:ext cx="403914" cy="451138"/>
          </a:xfrm>
          <a:prstGeom prst="roundRect">
            <a:avLst/>
          </a:prstGeom>
          <a:solidFill>
            <a:srgbClr val="12B2EB"/>
          </a:solidFill>
          <a:ln>
            <a:solidFill>
              <a:schemeClr val="accent2">
                <a:lumMod val="40000"/>
                <a:lumOff val="60000"/>
              </a:schemeClr>
            </a:solidFill>
            <a:prstDash val="sysDash"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r>
            <a:endParaRPr lang="ko-KR" altLang="en-US" sz="2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1581150" cy="728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슬라이드 번호 개체 틀 5"/>
          <p:cNvSpPr txBox="1">
            <a:spLocks/>
          </p:cNvSpPr>
          <p:nvPr/>
        </p:nvSpPr>
        <p:spPr>
          <a:xfrm>
            <a:off x="57626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chemeClr val="bg1"/>
                </a:solidFill>
              </a:rPr>
              <a:t>-2-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9CE502-620E-4726-8560-C0C217A04E34}"/>
              </a:ext>
            </a:extLst>
          </p:cNvPr>
          <p:cNvSpPr txBox="1"/>
          <p:nvPr/>
        </p:nvSpPr>
        <p:spPr>
          <a:xfrm>
            <a:off x="2216369" y="2248834"/>
            <a:ext cx="3493393" cy="1195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24" name="TextBox 23">
            <a:hlinkClick r:id="" action="ppaction://noaction"/>
            <a:extLst>
              <a:ext uri="{FF2B5EF4-FFF2-40B4-BE49-F238E27FC236}">
                <a16:creationId xmlns:a16="http://schemas.microsoft.com/office/drawing/2014/main" id="{733B98F7-57C9-4960-9018-7AFB8B3623E3}"/>
              </a:ext>
            </a:extLst>
          </p:cNvPr>
          <p:cNvSpPr txBox="1"/>
          <p:nvPr/>
        </p:nvSpPr>
        <p:spPr>
          <a:xfrm>
            <a:off x="2063553" y="2654265"/>
            <a:ext cx="8220624" cy="30931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 tIns="0" rtlCol="0" anchor="ctr">
            <a:spAutoFit/>
          </a:bodyPr>
          <a:lstStyle/>
          <a:p>
            <a:pPr algn="just" fontAlgn="base" latinLnBrk="0"/>
            <a:endParaRPr lang="en-US" altLang="ko-KR" dirty="0"/>
          </a:p>
          <a:p>
            <a:pPr algn="just" fontAlgn="base" latinLnBrk="0"/>
            <a:endParaRPr lang="en-US" altLang="ko-KR" dirty="0"/>
          </a:p>
          <a:p>
            <a:pPr algn="just" fontAlgn="base" latinLnBrk="0"/>
            <a:endParaRPr lang="en-US" altLang="ko-KR" dirty="0"/>
          </a:p>
          <a:p>
            <a:pPr algn="just" fontAlgn="base" latinLnBrk="0"/>
            <a:endParaRPr lang="en-US" altLang="ko-KR" dirty="0"/>
          </a:p>
          <a:p>
            <a:pPr algn="just" fontAlgn="base" latinLnBrk="0"/>
            <a:endParaRPr lang="en-US" altLang="ko-KR" dirty="0"/>
          </a:p>
          <a:p>
            <a:pPr algn="just" fontAlgn="base" latinLnBrk="0"/>
            <a:endParaRPr lang="en-US" altLang="ko-KR" dirty="0"/>
          </a:p>
          <a:p>
            <a:pPr algn="just" fontAlgn="base" latinLnBrk="0"/>
            <a:endParaRPr lang="en-US" altLang="ko-KR" dirty="0"/>
          </a:p>
          <a:p>
            <a:pPr algn="just" fontAlgn="base" latinLnBrk="0"/>
            <a:endParaRPr lang="en-US" altLang="ko-KR" dirty="0"/>
          </a:p>
          <a:p>
            <a:pPr algn="just" fontAlgn="base" latinLnBrk="0"/>
            <a:endParaRPr lang="en-US" altLang="ko-KR" dirty="0"/>
          </a:p>
          <a:p>
            <a:pPr algn="just" fontAlgn="base" latinLnBrk="0"/>
            <a:endParaRPr lang="en-US" altLang="ko-KR" dirty="0"/>
          </a:p>
          <a:p>
            <a:pPr algn="just" fontAlgn="base" latinLnBrk="0"/>
            <a:endParaRPr lang="ko-KR" altLang="en-US" dirty="0"/>
          </a:p>
        </p:txBody>
      </p:sp>
      <p:sp>
        <p:nvSpPr>
          <p:cNvPr id="25" name="모서리가 둥근 직사각형 3">
            <a:extLst>
              <a:ext uri="{FF2B5EF4-FFF2-40B4-BE49-F238E27FC236}">
                <a16:creationId xmlns:a16="http://schemas.microsoft.com/office/drawing/2014/main" id="{DC7ECF13-373A-41FA-9B9E-94E737CF2AAD}"/>
              </a:ext>
            </a:extLst>
          </p:cNvPr>
          <p:cNvSpPr/>
          <p:nvPr/>
        </p:nvSpPr>
        <p:spPr>
          <a:xfrm>
            <a:off x="2063552" y="2268931"/>
            <a:ext cx="8220625" cy="36087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교육 분야</a:t>
            </a:r>
          </a:p>
        </p:txBody>
      </p:sp>
    </p:spTree>
    <p:extLst>
      <p:ext uri="{BB962C8B-B14F-4D97-AF65-F5344CB8AC3E}">
        <p14:creationId xmlns:p14="http://schemas.microsoft.com/office/powerpoint/2010/main" val="388930512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11"/>
          <p:cNvSpPr txBox="1">
            <a:spLocks/>
          </p:cNvSpPr>
          <p:nvPr/>
        </p:nvSpPr>
        <p:spPr>
          <a:xfrm>
            <a:off x="1873407" y="1844824"/>
            <a:ext cx="7992888" cy="4016678"/>
          </a:xfrm>
          <a:prstGeom prst="rect">
            <a:avLst/>
          </a:prstGeom>
        </p:spPr>
        <p:txBody>
          <a:bodyPr tIns="36000" anchor="ctr">
            <a:no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2000" b="0" kern="1200" baseline="0">
                <a:solidFill>
                  <a:schemeClr val="tx2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/>
            <a:endParaRPr lang="en-US" altLang="ko-KR" dirty="0">
              <a:solidFill>
                <a:schemeClr val="bg2">
                  <a:lumMod val="1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11524" y="1410102"/>
            <a:ext cx="792088" cy="576064"/>
          </a:xfrm>
          <a:prstGeom prst="rect">
            <a:avLst/>
          </a:prstGeom>
        </p:spPr>
        <p:txBody>
          <a:bodyPr wrap="square" tIns="360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b="1" dirty="0">
                <a:solidFill>
                  <a:schemeClr val="bg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정</a:t>
            </a:r>
          </a:p>
        </p:txBody>
      </p:sp>
      <p:sp>
        <p:nvSpPr>
          <p:cNvPr id="18" name="텍스트 개체 틀 11"/>
          <p:cNvSpPr txBox="1">
            <a:spLocks/>
          </p:cNvSpPr>
          <p:nvPr/>
        </p:nvSpPr>
        <p:spPr>
          <a:xfrm>
            <a:off x="4295800" y="116632"/>
            <a:ext cx="6264696" cy="504056"/>
          </a:xfrm>
          <a:prstGeom prst="rect">
            <a:avLst/>
          </a:prstGeom>
          <a:ln>
            <a:noFill/>
          </a:ln>
        </p:spPr>
        <p:txBody>
          <a:bodyPr tIns="36000" anchor="ctr">
            <a:no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2000" b="0" kern="1200" baseline="0">
                <a:solidFill>
                  <a:schemeClr val="tx2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정보과학과 미래의 직업</a:t>
            </a:r>
            <a:endParaRPr lang="en-US" altLang="ko-KR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6682334" y="143091"/>
            <a:ext cx="403914" cy="451138"/>
          </a:xfrm>
          <a:prstGeom prst="roundRect">
            <a:avLst/>
          </a:prstGeom>
          <a:solidFill>
            <a:srgbClr val="12B2EB"/>
          </a:solidFill>
          <a:ln>
            <a:solidFill>
              <a:schemeClr val="accent2">
                <a:lumMod val="40000"/>
                <a:lumOff val="60000"/>
              </a:schemeClr>
            </a:solidFill>
            <a:prstDash val="sysDash"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r>
            <a:endParaRPr lang="ko-KR" altLang="en-US" sz="2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Box 8">
            <a:hlinkClick r:id="" action="ppaction://noaction"/>
          </p:cNvPr>
          <p:cNvSpPr txBox="1"/>
          <p:nvPr/>
        </p:nvSpPr>
        <p:spPr>
          <a:xfrm>
            <a:off x="318052" y="813188"/>
            <a:ext cx="11555895" cy="11541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0" rtlCol="0" anchor="ctr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ko-KR" altLang="en-US" sz="2400" b="1" dirty="0"/>
              <a:t>미래 사회는 어떤 모습으로 변할지 여러 분야에서 예측해 보자</a:t>
            </a:r>
            <a:r>
              <a:rPr lang="en-US" altLang="ko-KR" sz="2400" b="1" dirty="0"/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altLang="ko-KR" sz="800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algn="just"/>
            <a:r>
              <a:rPr lang="ko-KR" altLang="en-US" sz="2000" dirty="0"/>
              <a:t> ❶ </a:t>
            </a:r>
            <a:r>
              <a:rPr lang="ko-KR" altLang="en-US" sz="2400" b="1" dirty="0"/>
              <a:t>나와 가족의 미래 모습을 시나리오도 작성해 보자</a:t>
            </a:r>
            <a:r>
              <a:rPr lang="en-US" altLang="ko-KR" sz="2400" b="1" dirty="0"/>
              <a:t>.</a:t>
            </a:r>
            <a:endParaRPr lang="ko-KR" altLang="en-US" sz="2400" b="1" dirty="0"/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776" y="2067377"/>
            <a:ext cx="3672408" cy="40166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hlinkClick r:id="" action="ppaction://noaction"/>
          </p:cNvPr>
          <p:cNvSpPr txBox="1"/>
          <p:nvPr/>
        </p:nvSpPr>
        <p:spPr>
          <a:xfrm>
            <a:off x="4144067" y="2090676"/>
            <a:ext cx="7729880" cy="3847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0" rtlCol="0" anchor="ctr">
            <a:spAutoFit/>
          </a:bodyPr>
          <a:lstStyle/>
          <a:p>
            <a:pPr algn="just" fontAlgn="base" latinLnBrk="0"/>
            <a:r>
              <a:rPr lang="en-US" altLang="ko-KR" sz="2200" b="1" dirty="0"/>
              <a:t>[</a:t>
            </a:r>
            <a:r>
              <a:rPr lang="ko-KR" altLang="en-US" sz="2200" b="1" dirty="0"/>
              <a:t>장면 </a:t>
            </a:r>
            <a:r>
              <a:rPr lang="en-US" altLang="ko-KR" sz="2200" b="1" dirty="0"/>
              <a:t>1] </a:t>
            </a:r>
            <a:r>
              <a:rPr lang="ko-KR" altLang="en-US" sz="2200" b="1" dirty="0"/>
              <a:t>가정</a:t>
            </a:r>
            <a:endParaRPr lang="en-US" altLang="ko-KR" sz="2200" b="1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1581150" cy="728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슬라이드 번호 개체 틀 5"/>
          <p:cNvSpPr txBox="1">
            <a:spLocks/>
          </p:cNvSpPr>
          <p:nvPr/>
        </p:nvSpPr>
        <p:spPr>
          <a:xfrm>
            <a:off x="57626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chemeClr val="bg1"/>
                </a:solidFill>
              </a:rPr>
              <a:t>-3-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DB92722-1560-47A7-BE2F-3B31DD8FC97A}"/>
              </a:ext>
            </a:extLst>
          </p:cNvPr>
          <p:cNvSpPr/>
          <p:nvPr/>
        </p:nvSpPr>
        <p:spPr>
          <a:xfrm>
            <a:off x="4097989" y="2553528"/>
            <a:ext cx="7775958" cy="34778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2000" b="1" dirty="0"/>
              <a:t>어머니 </a:t>
            </a:r>
            <a:r>
              <a:rPr lang="en-US" altLang="ko-KR" sz="2000" b="1" dirty="0"/>
              <a:t>–</a:t>
            </a:r>
          </a:p>
          <a:p>
            <a:pPr algn="just" fontAlgn="base"/>
            <a:endParaRPr lang="en-US" altLang="ko-KR" sz="2000" b="1" dirty="0"/>
          </a:p>
          <a:p>
            <a:pPr algn="just" fontAlgn="base"/>
            <a:endParaRPr lang="en-US" altLang="ko-KR" sz="2000" b="1" dirty="0"/>
          </a:p>
          <a:p>
            <a:pPr algn="just" fontAlgn="base"/>
            <a:endParaRPr lang="en-US" altLang="ko-KR" sz="2000" b="1" dirty="0"/>
          </a:p>
          <a:p>
            <a:pPr algn="just" fontAlgn="base"/>
            <a:endParaRPr lang="en-US" altLang="ko-KR" sz="2000" b="1" dirty="0"/>
          </a:p>
          <a:p>
            <a:pPr algn="just" fontAlgn="base"/>
            <a:endParaRPr lang="en-US" altLang="ko-KR" sz="2000" b="1" dirty="0"/>
          </a:p>
          <a:p>
            <a:pPr algn="just" fontAlgn="base"/>
            <a:endParaRPr lang="en-US" altLang="ko-KR" sz="2000" b="1" dirty="0"/>
          </a:p>
          <a:p>
            <a:pPr algn="just" fontAlgn="base"/>
            <a:endParaRPr lang="en-US" altLang="ko-KR" sz="2000" b="1" dirty="0"/>
          </a:p>
          <a:p>
            <a:pPr algn="just" fontAlgn="base"/>
            <a:endParaRPr lang="en-US" altLang="ko-KR" sz="2000" b="1" dirty="0"/>
          </a:p>
          <a:p>
            <a:pPr algn="just" fontAlgn="base"/>
            <a:endParaRPr lang="en-US" altLang="ko-KR" sz="2000" b="1" dirty="0"/>
          </a:p>
          <a:p>
            <a:pPr algn="just" fontAlgn="base"/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25398147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11"/>
          <p:cNvSpPr txBox="1">
            <a:spLocks/>
          </p:cNvSpPr>
          <p:nvPr/>
        </p:nvSpPr>
        <p:spPr>
          <a:xfrm>
            <a:off x="1873407" y="1844824"/>
            <a:ext cx="7992888" cy="4016678"/>
          </a:xfrm>
          <a:prstGeom prst="rect">
            <a:avLst/>
          </a:prstGeom>
        </p:spPr>
        <p:txBody>
          <a:bodyPr tIns="36000" anchor="ctr">
            <a:no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2000" b="0" kern="1200" baseline="0">
                <a:solidFill>
                  <a:schemeClr val="tx2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/>
            <a:endParaRPr lang="en-US" altLang="ko-KR" dirty="0">
              <a:solidFill>
                <a:schemeClr val="bg2">
                  <a:lumMod val="1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11524" y="1410102"/>
            <a:ext cx="792088" cy="576064"/>
          </a:xfrm>
          <a:prstGeom prst="rect">
            <a:avLst/>
          </a:prstGeom>
        </p:spPr>
        <p:txBody>
          <a:bodyPr wrap="square" tIns="360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b="1" dirty="0">
                <a:solidFill>
                  <a:schemeClr val="bg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정</a:t>
            </a:r>
          </a:p>
        </p:txBody>
      </p:sp>
      <p:sp>
        <p:nvSpPr>
          <p:cNvPr id="18" name="텍스트 개체 틀 11"/>
          <p:cNvSpPr txBox="1">
            <a:spLocks/>
          </p:cNvSpPr>
          <p:nvPr/>
        </p:nvSpPr>
        <p:spPr>
          <a:xfrm>
            <a:off x="4295800" y="116632"/>
            <a:ext cx="6264696" cy="504056"/>
          </a:xfrm>
          <a:prstGeom prst="rect">
            <a:avLst/>
          </a:prstGeom>
          <a:ln>
            <a:noFill/>
          </a:ln>
        </p:spPr>
        <p:txBody>
          <a:bodyPr tIns="36000" anchor="ctr">
            <a:no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2000" b="0" kern="1200" baseline="0">
                <a:solidFill>
                  <a:schemeClr val="tx2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정보과학과 미래의 직업</a:t>
            </a:r>
            <a:endParaRPr lang="en-US" altLang="ko-KR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6682334" y="143091"/>
            <a:ext cx="403914" cy="451138"/>
          </a:xfrm>
          <a:prstGeom prst="roundRect">
            <a:avLst/>
          </a:prstGeom>
          <a:solidFill>
            <a:srgbClr val="12B2EB"/>
          </a:solidFill>
          <a:ln>
            <a:solidFill>
              <a:schemeClr val="accent2">
                <a:lumMod val="40000"/>
                <a:lumOff val="60000"/>
              </a:schemeClr>
            </a:solidFill>
            <a:prstDash val="sysDash"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r>
            <a:endParaRPr lang="ko-KR" altLang="en-US" sz="2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3784963" y="855355"/>
            <a:ext cx="830102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fontAlgn="base"/>
            <a:r>
              <a:rPr lang="en-US" altLang="ko-KR" sz="2000" b="1" dirty="0"/>
              <a:t>[</a:t>
            </a:r>
            <a:r>
              <a:rPr lang="ko-KR" altLang="en-US" sz="2000" b="1" dirty="0"/>
              <a:t>장면 </a:t>
            </a:r>
            <a:r>
              <a:rPr lang="en-US" altLang="ko-KR" sz="2000" b="1" dirty="0"/>
              <a:t>2] </a:t>
            </a:r>
            <a:r>
              <a:rPr lang="ko-KR" altLang="en-US" sz="2000" b="1" dirty="0"/>
              <a:t>의료</a:t>
            </a:r>
            <a:endParaRPr lang="ko-KR" alt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781297" y="3610759"/>
            <a:ext cx="8301019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fontAlgn="base"/>
            <a:r>
              <a:rPr lang="en-US" altLang="ko-KR" sz="2000" b="1" dirty="0"/>
              <a:t>[</a:t>
            </a:r>
            <a:r>
              <a:rPr lang="ko-KR" altLang="en-US" sz="2000" b="1" dirty="0"/>
              <a:t>장면 </a:t>
            </a:r>
            <a:r>
              <a:rPr lang="en-US" altLang="ko-KR" sz="2000" b="1" dirty="0"/>
              <a:t>3] </a:t>
            </a:r>
            <a:r>
              <a:rPr lang="ko-KR" altLang="en-US" sz="2000" b="1" dirty="0"/>
              <a:t>스마트 농장</a:t>
            </a:r>
            <a:endParaRPr lang="en-US" altLang="ko-KR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915" y="874644"/>
            <a:ext cx="3861666" cy="2422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460" y="3610759"/>
            <a:ext cx="3878211" cy="2685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1581150" cy="728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직사각형 12"/>
          <p:cNvSpPr/>
          <p:nvPr/>
        </p:nvSpPr>
        <p:spPr>
          <a:xfrm>
            <a:off x="3784963" y="1336244"/>
            <a:ext cx="8301020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2000" b="1" dirty="0"/>
              <a:t>할머니 </a:t>
            </a:r>
            <a:r>
              <a:rPr lang="en-US" altLang="ko-KR" sz="2000" b="1" dirty="0"/>
              <a:t>–</a:t>
            </a:r>
          </a:p>
          <a:p>
            <a:pPr algn="just" fontAlgn="base"/>
            <a:endParaRPr lang="en-US" altLang="ko-KR" sz="2000" b="1" dirty="0"/>
          </a:p>
          <a:p>
            <a:pPr algn="just" fontAlgn="base"/>
            <a:endParaRPr lang="en-US" altLang="ko-KR" sz="2000" b="1" dirty="0"/>
          </a:p>
          <a:p>
            <a:pPr algn="just" fontAlgn="base"/>
            <a:endParaRPr lang="en-US" altLang="ko-KR" sz="2000" b="1" dirty="0"/>
          </a:p>
          <a:p>
            <a:pPr algn="just" fontAlgn="base"/>
            <a:endParaRPr lang="en-US" altLang="ko-KR" sz="2000" b="1" dirty="0"/>
          </a:p>
          <a:p>
            <a:pPr algn="just" fontAlgn="base"/>
            <a:endParaRPr lang="ko-KR" alt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781297" y="4067361"/>
            <a:ext cx="8301018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2000" b="1" dirty="0"/>
              <a:t>삼촌 </a:t>
            </a:r>
            <a:r>
              <a:rPr lang="en-US" altLang="ko-KR" sz="2000" b="1" dirty="0"/>
              <a:t>–</a:t>
            </a:r>
          </a:p>
          <a:p>
            <a:pPr algn="just" fontAlgn="base"/>
            <a:endParaRPr lang="en-US" altLang="ko-KR" sz="2000" b="1" dirty="0"/>
          </a:p>
          <a:p>
            <a:pPr algn="just" fontAlgn="base"/>
            <a:endParaRPr lang="en-US" altLang="ko-KR" sz="2000" b="1" dirty="0"/>
          </a:p>
          <a:p>
            <a:pPr algn="just" fontAlgn="base"/>
            <a:endParaRPr lang="en-US" altLang="ko-KR" sz="2000" b="1" dirty="0"/>
          </a:p>
          <a:p>
            <a:pPr algn="just" fontAlgn="base"/>
            <a:endParaRPr lang="en-US" altLang="ko-KR" sz="2000" b="1" dirty="0"/>
          </a:p>
          <a:p>
            <a:pPr algn="just" fontAlgn="base"/>
            <a:endParaRPr lang="en-US" altLang="ko-KR" sz="2000" b="1" dirty="0"/>
          </a:p>
          <a:p>
            <a:pPr algn="just" fontAlgn="base"/>
            <a:endParaRPr lang="ko-KR" altLang="en-US" sz="2000" b="1" dirty="0"/>
          </a:p>
        </p:txBody>
      </p:sp>
      <p:sp>
        <p:nvSpPr>
          <p:cNvPr id="15" name="슬라이드 번호 개체 틀 5"/>
          <p:cNvSpPr txBox="1">
            <a:spLocks/>
          </p:cNvSpPr>
          <p:nvPr/>
        </p:nvSpPr>
        <p:spPr>
          <a:xfrm>
            <a:off x="57626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chemeClr val="bg1"/>
                </a:solidFill>
              </a:rPr>
              <a:t>-4-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88727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11524" y="1410102"/>
            <a:ext cx="792088" cy="576064"/>
          </a:xfrm>
          <a:prstGeom prst="rect">
            <a:avLst/>
          </a:prstGeom>
        </p:spPr>
        <p:txBody>
          <a:bodyPr wrap="square" tIns="360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b="1" dirty="0">
                <a:solidFill>
                  <a:schemeClr val="bg1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정</a:t>
            </a:r>
          </a:p>
        </p:txBody>
      </p:sp>
      <p:sp>
        <p:nvSpPr>
          <p:cNvPr id="18" name="텍스트 개체 틀 11"/>
          <p:cNvSpPr txBox="1">
            <a:spLocks/>
          </p:cNvSpPr>
          <p:nvPr/>
        </p:nvSpPr>
        <p:spPr>
          <a:xfrm>
            <a:off x="4295800" y="116632"/>
            <a:ext cx="6264696" cy="504056"/>
          </a:xfrm>
          <a:prstGeom prst="rect">
            <a:avLst/>
          </a:prstGeom>
          <a:ln>
            <a:noFill/>
          </a:ln>
        </p:spPr>
        <p:txBody>
          <a:bodyPr tIns="36000" anchor="ctr">
            <a:no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2000" b="0" kern="1200" baseline="0">
                <a:solidFill>
                  <a:schemeClr val="tx2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정보과학과 미래의 직업</a:t>
            </a:r>
            <a:endParaRPr lang="en-US" altLang="ko-KR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6682334" y="143091"/>
            <a:ext cx="403914" cy="451138"/>
          </a:xfrm>
          <a:prstGeom prst="roundRect">
            <a:avLst/>
          </a:prstGeom>
          <a:solidFill>
            <a:srgbClr val="12B2EB"/>
          </a:solidFill>
          <a:ln>
            <a:solidFill>
              <a:schemeClr val="accent2">
                <a:lumMod val="40000"/>
                <a:lumOff val="60000"/>
              </a:schemeClr>
            </a:solidFill>
            <a:prstDash val="sysDash"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r>
            <a:endParaRPr lang="ko-KR" altLang="en-US" sz="2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Box 7">
            <a:hlinkClick r:id="" action="ppaction://noaction"/>
          </p:cNvPr>
          <p:cNvSpPr txBox="1"/>
          <p:nvPr/>
        </p:nvSpPr>
        <p:spPr>
          <a:xfrm>
            <a:off x="377687" y="960024"/>
            <a:ext cx="11436626" cy="4154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0" rtlCol="0" anchor="ctr">
            <a:spAutoFit/>
          </a:bodyPr>
          <a:lstStyle/>
          <a:p>
            <a:r>
              <a:rPr lang="ko-KR" altLang="en-US" sz="2400" dirty="0"/>
              <a:t>❷ </a:t>
            </a:r>
            <a:r>
              <a:rPr lang="ko-KR" altLang="en-US" sz="2400" b="1" dirty="0"/>
              <a:t>미래의 나는 어떤 직업을 가지고 있을까</a:t>
            </a:r>
            <a:r>
              <a:rPr lang="en-US" altLang="ko-KR" sz="2400" b="1" dirty="0"/>
              <a:t>? </a:t>
            </a:r>
            <a:r>
              <a:rPr lang="ko-KR" altLang="en-US" sz="2400" b="1" dirty="0"/>
              <a:t>미래 직업 카드를 만들어 보자</a:t>
            </a:r>
            <a:r>
              <a:rPr lang="en-US" altLang="ko-KR" sz="2400" b="1" dirty="0"/>
              <a:t>.</a:t>
            </a:r>
            <a:endParaRPr lang="ko-KR" altLang="en-US" sz="24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229" y="1503474"/>
            <a:ext cx="11075684" cy="221902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229" y="3815318"/>
            <a:ext cx="11075684" cy="26378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1581150" cy="728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슬라이드 번호 개체 틀 5"/>
          <p:cNvSpPr txBox="1">
            <a:spLocks/>
          </p:cNvSpPr>
          <p:nvPr/>
        </p:nvSpPr>
        <p:spPr>
          <a:xfrm>
            <a:off x="57626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chemeClr val="bg1"/>
                </a:solidFill>
              </a:rPr>
              <a:t>-5-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B9D00C-74C6-4A06-B4EB-C97EE1F4597E}"/>
              </a:ext>
            </a:extLst>
          </p:cNvPr>
          <p:cNvSpPr txBox="1"/>
          <p:nvPr/>
        </p:nvSpPr>
        <p:spPr>
          <a:xfrm>
            <a:off x="7421217" y="1816274"/>
            <a:ext cx="3603617" cy="3397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D73560-ED45-425E-9299-2D76F908ED99}"/>
              </a:ext>
            </a:extLst>
          </p:cNvPr>
          <p:cNvSpPr txBox="1"/>
          <p:nvPr/>
        </p:nvSpPr>
        <p:spPr>
          <a:xfrm>
            <a:off x="4179072" y="1856733"/>
            <a:ext cx="1382250" cy="339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37E2A3-2FBC-4571-AEF5-9C7DDB699544}"/>
              </a:ext>
            </a:extLst>
          </p:cNvPr>
          <p:cNvSpPr txBox="1"/>
          <p:nvPr/>
        </p:nvSpPr>
        <p:spPr>
          <a:xfrm>
            <a:off x="5508382" y="3205214"/>
            <a:ext cx="2190639" cy="339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8ED1BF-9937-4249-8FC6-57AB9E008B95}"/>
              </a:ext>
            </a:extLst>
          </p:cNvPr>
          <p:cNvSpPr txBox="1"/>
          <p:nvPr/>
        </p:nvSpPr>
        <p:spPr>
          <a:xfrm>
            <a:off x="1811524" y="4640378"/>
            <a:ext cx="4671293" cy="339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DF2689-2353-439C-9342-47178B81179F}"/>
              </a:ext>
            </a:extLst>
          </p:cNvPr>
          <p:cNvSpPr txBox="1"/>
          <p:nvPr/>
        </p:nvSpPr>
        <p:spPr>
          <a:xfrm>
            <a:off x="7699021" y="2260141"/>
            <a:ext cx="3432805" cy="3397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918BEA-1F3B-4782-8FD2-3463E536D305}"/>
              </a:ext>
            </a:extLst>
          </p:cNvPr>
          <p:cNvSpPr txBox="1"/>
          <p:nvPr/>
        </p:nvSpPr>
        <p:spPr>
          <a:xfrm>
            <a:off x="7712272" y="2735902"/>
            <a:ext cx="343280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20E752-E3BE-4818-BB44-88F51A2C987E}"/>
              </a:ext>
            </a:extLst>
          </p:cNvPr>
          <p:cNvSpPr txBox="1"/>
          <p:nvPr/>
        </p:nvSpPr>
        <p:spPr>
          <a:xfrm>
            <a:off x="1388747" y="4343667"/>
            <a:ext cx="9398523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800910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166</Words>
  <Application>Microsoft Office PowerPoint</Application>
  <PresentationFormat>와이드스크린</PresentationFormat>
  <Paragraphs>86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HY견고딕</vt:lpstr>
      <vt:lpstr>HY엽서M</vt:lpstr>
      <vt:lpstr>맑은 고딕</vt:lpstr>
      <vt:lpstr>Arial</vt:lpstr>
      <vt:lpstr>Wingdings</vt:lpstr>
      <vt:lpstr>Office 테마</vt:lpstr>
      <vt:lpstr>&lt; 정보과학과 미래직업 &gt;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 수업활동1 &gt;</dc:title>
  <dc:creator>진 요섭</dc:creator>
  <cp:lastModifiedBy>didtjr5080</cp:lastModifiedBy>
  <cp:revision>13</cp:revision>
  <dcterms:created xsi:type="dcterms:W3CDTF">2020-02-26T03:32:38Z</dcterms:created>
  <dcterms:modified xsi:type="dcterms:W3CDTF">2022-04-22T15:17:30Z</dcterms:modified>
</cp:coreProperties>
</file>