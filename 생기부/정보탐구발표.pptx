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4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5" r:id="rId6"/>
    <p:sldId id="266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20" y="84"/>
      </p:cViewPr>
      <p:guideLst>
        <p:guide orient="horz" pos="2154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78D84-83CE-461E-B8FF-6BD72A604032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B7978-98A8-4F27-A5D9-E321A85BD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3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B7978-98A8-4F27-A5D9-E321A85BD3B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652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2022-05-10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latinLnBrk="1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9168" y="889366"/>
            <a:ext cx="10613661" cy="2539632"/>
          </a:xfrm>
          <a:prstGeom prst="flowChartAlternateProcess">
            <a:avLst/>
          </a:prstGeom>
          <a:solidFill>
            <a:schemeClr val="accent1">
              <a:alpha val="51000"/>
            </a:schemeClr>
          </a:solidFill>
        </p:spPr>
        <p:txBody>
          <a:bodyPr wrap="square">
            <a:spAutoFit/>
          </a:bodyPr>
          <a:lstStyle/>
          <a:p>
            <a:pPr algn="ctr" latinLnBrk="1">
              <a:defRPr/>
            </a:pPr>
            <a:r>
              <a:rPr lang="ko-KR" altLang="en-US" sz="7200" dirty="0">
                <a:latin typeface="순천 B"/>
                <a:ea typeface="순천 B"/>
              </a:rPr>
              <a:t>정보 통신과 </a:t>
            </a:r>
          </a:p>
          <a:p>
            <a:pPr algn="ctr" latinLnBrk="1">
              <a:defRPr/>
            </a:pPr>
            <a:r>
              <a:rPr lang="ko-KR" altLang="en-US" sz="7200" dirty="0">
                <a:latin typeface="순천 B"/>
                <a:ea typeface="순천 B"/>
              </a:rPr>
              <a:t>의료 관련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428560" y="5631263"/>
            <a:ext cx="3198403" cy="574815"/>
          </a:xfrm>
          <a:prstGeom prst="flowChartAlternateProcess">
            <a:avLst/>
          </a:prstGeom>
          <a:solidFill>
            <a:schemeClr val="accent1">
              <a:alpha val="51000"/>
            </a:schemeClr>
          </a:solidFill>
        </p:spPr>
        <p:txBody>
          <a:bodyPr wrap="square">
            <a:spAutoFit/>
          </a:bodyPr>
          <a:lstStyle/>
          <a:p>
            <a:pPr algn="ctr" latinLnBrk="1">
              <a:defRPr/>
            </a:pPr>
            <a:r>
              <a:rPr lang="en-US" altLang="en-US" sz="2800">
                <a:latin typeface="순천 B"/>
                <a:ea typeface="순천 B"/>
              </a:rPr>
              <a:t>3</a:t>
            </a:r>
            <a:r>
              <a:rPr lang="ko-KR" altLang="en-US" sz="2800">
                <a:latin typeface="순천 B"/>
                <a:ea typeface="순천 B"/>
              </a:rPr>
              <a:t>학년 </a:t>
            </a:r>
            <a:r>
              <a:rPr lang="en-US" altLang="en-US" sz="2800">
                <a:latin typeface="순천 B"/>
                <a:ea typeface="순천 B"/>
              </a:rPr>
              <a:t>2</a:t>
            </a:r>
            <a:r>
              <a:rPr lang="ko-KR" altLang="en-US" sz="2800">
                <a:latin typeface="순천 B"/>
                <a:ea typeface="순천 B"/>
              </a:rPr>
              <a:t>반 양석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46006"/>
            <a:ext cx="12192001" cy="707654"/>
          </a:xfrm>
          <a:prstGeom prst="flowChartAlternateProcess">
            <a:avLst/>
          </a:prstGeom>
          <a:solidFill>
            <a:schemeClr val="accent1">
              <a:alpha val="51000"/>
            </a:schemeClr>
          </a:solidFill>
        </p:spPr>
        <p:txBody>
          <a:bodyPr wrap="square">
            <a:spAutoFit/>
          </a:bodyPr>
          <a:lstStyle/>
          <a:p>
            <a:pPr lvl="0" latinLnBrk="1">
              <a:defRPr/>
            </a:pPr>
            <a:r>
              <a:rPr lang="ko-KR" altLang="en-US" sz="3600" dirty="0">
                <a:latin typeface="순천 B"/>
                <a:ea typeface="순천 B"/>
              </a:rPr>
              <a:t>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757031" y="2467337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latin typeface="순천 B"/>
                <a:ea typeface="순천 B"/>
              </a:rPr>
              <a:t>탐구동기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475785" y="2467336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331551" y="2467337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latin typeface="순천 B"/>
                <a:ea typeface="순천 B"/>
              </a:rPr>
              <a:t>미래예측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4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3" animBg="1"/>
      <p:bldP spid="5" grpId="0" animBg="1"/>
      <p:bldP spid="5" grpId="4" animBg="1"/>
      <p:bldP spid="6" grpId="1" animBg="1"/>
      <p:bldP spid="6" grpId="5" animBg="1"/>
      <p:bldP spid="7" grpId="2" animBg="1"/>
      <p:bldP spid="7" grpId="6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76425" y="2534125"/>
            <a:ext cx="8439149" cy="20090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atinLnBrk="1">
              <a:defRPr/>
            </a:pPr>
            <a:r>
              <a:rPr lang="en-US" altLang="en-US" sz="2800" dirty="0">
                <a:latin typeface="순천 B"/>
              </a:rPr>
              <a:t>4세대 </a:t>
            </a:r>
            <a:r>
              <a:rPr lang="en-US" altLang="en-US" sz="2800" dirty="0" err="1">
                <a:latin typeface="순천 B"/>
              </a:rPr>
              <a:t>유비쿼터스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사회에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들어서면서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의료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관련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분야도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정보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통신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관련된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기술들이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이슈가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되고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있는데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그와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관련된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기술과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미래에는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어떤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모습의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의료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기술들이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생겨날지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궁금해져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탐구하게</a:t>
            </a:r>
            <a:r>
              <a:rPr lang="en-US" altLang="en-US" sz="2800" dirty="0">
                <a:latin typeface="순천 B"/>
              </a:rPr>
              <a:t> </a:t>
            </a:r>
            <a:r>
              <a:rPr lang="en-US" altLang="en-US" sz="2800" dirty="0" err="1">
                <a:latin typeface="순천 B"/>
              </a:rPr>
              <a:t>되었다</a:t>
            </a:r>
            <a:endParaRPr lang="en-US" altLang="en-US" sz="2800" dirty="0">
              <a:latin typeface="순천 B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F70DC-FA1F-3202-59F9-E29B5858B347}"/>
              </a:ext>
            </a:extLst>
          </p:cNvPr>
          <p:cNvSpPr/>
          <p:nvPr/>
        </p:nvSpPr>
        <p:spPr>
          <a:xfrm>
            <a:off x="762836" y="191140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탐구동기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19070-C570-E4A7-AD40-2D420C1EFD5E}"/>
              </a:ext>
            </a:extLst>
          </p:cNvPr>
          <p:cNvSpPr/>
          <p:nvPr/>
        </p:nvSpPr>
        <p:spPr>
          <a:xfrm>
            <a:off x="4476890" y="185101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55DF5-A0C5-97BC-37FB-EC609FAE2E9A}"/>
              </a:ext>
            </a:extLst>
          </p:cNvPr>
          <p:cNvSpPr/>
          <p:nvPr/>
        </p:nvSpPr>
        <p:spPr>
          <a:xfrm>
            <a:off x="8331551" y="180406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미래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B22FC-58C1-4760-6630-72A801C2F266}"/>
              </a:ext>
            </a:extLst>
          </p:cNvPr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F70DC-FA1F-3202-59F9-E29B5858B347}"/>
              </a:ext>
            </a:extLst>
          </p:cNvPr>
          <p:cNvSpPr/>
          <p:nvPr/>
        </p:nvSpPr>
        <p:spPr>
          <a:xfrm>
            <a:off x="762836" y="191140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탐구동기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19070-C570-E4A7-AD40-2D420C1EFD5E}"/>
              </a:ext>
            </a:extLst>
          </p:cNvPr>
          <p:cNvSpPr/>
          <p:nvPr/>
        </p:nvSpPr>
        <p:spPr>
          <a:xfrm>
            <a:off x="4476890" y="185101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55DF5-A0C5-97BC-37FB-EC609FAE2E9A}"/>
              </a:ext>
            </a:extLst>
          </p:cNvPr>
          <p:cNvSpPr/>
          <p:nvPr/>
        </p:nvSpPr>
        <p:spPr>
          <a:xfrm>
            <a:off x="8331551" y="180406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미래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B22FC-58C1-4760-6630-72A801C2F266}"/>
              </a:ext>
            </a:extLst>
          </p:cNvPr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B53787-0472-3416-5112-44CAB1CEB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56" y="1764284"/>
            <a:ext cx="5860288" cy="439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42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F70DC-FA1F-3202-59F9-E29B5858B347}"/>
              </a:ext>
            </a:extLst>
          </p:cNvPr>
          <p:cNvSpPr/>
          <p:nvPr/>
        </p:nvSpPr>
        <p:spPr>
          <a:xfrm>
            <a:off x="762836" y="191140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탐구동기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19070-C570-E4A7-AD40-2D420C1EFD5E}"/>
              </a:ext>
            </a:extLst>
          </p:cNvPr>
          <p:cNvSpPr/>
          <p:nvPr/>
        </p:nvSpPr>
        <p:spPr>
          <a:xfrm>
            <a:off x="4476890" y="185101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55DF5-A0C5-97BC-37FB-EC609FAE2E9A}"/>
              </a:ext>
            </a:extLst>
          </p:cNvPr>
          <p:cNvSpPr/>
          <p:nvPr/>
        </p:nvSpPr>
        <p:spPr>
          <a:xfrm>
            <a:off x="8331551" y="180406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미래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B22FC-58C1-4760-6630-72A801C2F266}"/>
              </a:ext>
            </a:extLst>
          </p:cNvPr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A229D0-4365-669C-4291-49828013C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106" y="1701800"/>
            <a:ext cx="4653788" cy="465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977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F70DC-FA1F-3202-59F9-E29B5858B347}"/>
              </a:ext>
            </a:extLst>
          </p:cNvPr>
          <p:cNvSpPr/>
          <p:nvPr/>
        </p:nvSpPr>
        <p:spPr>
          <a:xfrm>
            <a:off x="762836" y="191140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탐구동기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19070-C570-E4A7-AD40-2D420C1EFD5E}"/>
              </a:ext>
            </a:extLst>
          </p:cNvPr>
          <p:cNvSpPr/>
          <p:nvPr/>
        </p:nvSpPr>
        <p:spPr>
          <a:xfrm>
            <a:off x="4476890" y="185101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55DF5-A0C5-97BC-37FB-EC609FAE2E9A}"/>
              </a:ext>
            </a:extLst>
          </p:cNvPr>
          <p:cNvSpPr/>
          <p:nvPr/>
        </p:nvSpPr>
        <p:spPr>
          <a:xfrm>
            <a:off x="8331551" y="180406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미래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B22FC-58C1-4760-6630-72A801C2F266}"/>
              </a:ext>
            </a:extLst>
          </p:cNvPr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A229D0-4365-669C-4291-49828013C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9106" y="1701800"/>
            <a:ext cx="4653788" cy="465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4573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5800" y="2971800"/>
            <a:ext cx="32004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F70DC-FA1F-3202-59F9-E29B5858B347}"/>
              </a:ext>
            </a:extLst>
          </p:cNvPr>
          <p:cNvSpPr/>
          <p:nvPr/>
        </p:nvSpPr>
        <p:spPr>
          <a:xfrm>
            <a:off x="762836" y="191140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탐구동기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19070-C570-E4A7-AD40-2D420C1EFD5E}"/>
              </a:ext>
            </a:extLst>
          </p:cNvPr>
          <p:cNvSpPr/>
          <p:nvPr/>
        </p:nvSpPr>
        <p:spPr>
          <a:xfrm>
            <a:off x="4476890" y="185101"/>
            <a:ext cx="3240428" cy="961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tx1"/>
                </a:solidFill>
                <a:latin typeface="순천 B"/>
                <a:ea typeface="순천 B"/>
              </a:rPr>
              <a:t>관련정보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55DF5-A0C5-97BC-37FB-EC609FAE2E9A}"/>
              </a:ext>
            </a:extLst>
          </p:cNvPr>
          <p:cNvSpPr/>
          <p:nvPr/>
        </p:nvSpPr>
        <p:spPr>
          <a:xfrm>
            <a:off x="8331551" y="180406"/>
            <a:ext cx="3240428" cy="96166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r>
              <a:rPr lang="ko-KR" altLang="en-US" dirty="0">
                <a:solidFill>
                  <a:schemeClr val="bg1"/>
                </a:solidFill>
                <a:latin typeface="순천 B"/>
                <a:ea typeface="순천 B"/>
              </a:rPr>
              <a:t>미래 예측</a:t>
            </a: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FC5C9EEF-CF4A-FA72-7E1E-7FB3A44EB6F1}"/>
              </a:ext>
            </a:extLst>
          </p:cNvPr>
          <p:cNvSpPr/>
          <p:nvPr/>
        </p:nvSpPr>
        <p:spPr>
          <a:xfrm>
            <a:off x="1536700" y="2311400"/>
            <a:ext cx="2959100" cy="23622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u="sng" dirty="0">
                <a:latin typeface="순천 B"/>
              </a:rPr>
              <a:t>IoT</a:t>
            </a:r>
            <a:endParaRPr lang="ko-KR" altLang="en-US" sz="6000" u="sng" dirty="0">
              <a:latin typeface="순천 B"/>
            </a:endParaRPr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B01FEA9F-9D37-0688-1A65-460BF7B674D6}"/>
              </a:ext>
            </a:extLst>
          </p:cNvPr>
          <p:cNvSpPr/>
          <p:nvPr/>
        </p:nvSpPr>
        <p:spPr>
          <a:xfrm>
            <a:off x="7226300" y="2311400"/>
            <a:ext cx="2959100" cy="23622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u="sng" dirty="0">
                <a:latin typeface="순천 B"/>
              </a:rPr>
              <a:t>웨어러블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F90CC-544D-3988-0CA7-877077515292}"/>
              </a:ext>
            </a:extLst>
          </p:cNvPr>
          <p:cNvSpPr txBox="1"/>
          <p:nvPr/>
        </p:nvSpPr>
        <p:spPr>
          <a:xfrm>
            <a:off x="2301660" y="2321005"/>
            <a:ext cx="758868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800" dirty="0"/>
              <a:t>Tank You</a:t>
            </a:r>
            <a:endParaRPr lang="ko-KR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35013066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2" grpId="0" animBg="1"/>
      <p:bldP spid="2" grpId="1" animBg="1"/>
      <p:bldP spid="13" grpId="0" animBg="1"/>
      <p:bldP spid="13" grpId="1" animBg="1"/>
      <p:bldP spid="4" grpId="0"/>
    </p:bldLst>
  </p:timing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ＭＳ Ｐゴシック"/>
        <a:font script="Hang" typeface="함초롬돋움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ＭＳ Ｐゴシック"/>
        <a:font script="Hang" typeface="함초롬돋움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ancom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66</Words>
  <Application>Microsoft Office PowerPoint</Application>
  <PresentationFormat>와이드스크린</PresentationFormat>
  <Paragraphs>27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순천 B</vt:lpstr>
      <vt:lpstr>함초롬돋움</vt:lpstr>
      <vt:lpstr>Arial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SM-T875N</dc:creator>
  <cp:lastModifiedBy>didtjr5080</cp:lastModifiedBy>
  <cp:revision>24</cp:revision>
  <dcterms:created xsi:type="dcterms:W3CDTF">2022-05-10T01:37:13Z</dcterms:created>
  <dcterms:modified xsi:type="dcterms:W3CDTF">2022-05-10T11:53:41Z</dcterms:modified>
  <cp:version>1000.0100.61</cp:version>
</cp:coreProperties>
</file>